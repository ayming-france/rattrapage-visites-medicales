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hyperlink" Target="https://ayming-france.github.io/visites-medicales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www.ayming.fr/temoignages-clients/la-securisation-du-suivi-des-visites-medicales-chez-kpark/?utm_source=slides-sales&amp;utm_medium=print&amp;utm_campaign=rattrapage-visites-medicales&amp;utm_content=testimonial" TargetMode="External"/><Relationship Id="rId4" Type="http://schemas.openxmlformats.org/officeDocument/2006/relationships/hyperlink" Target="https://www.ayming.fr/temoignages-clients/lexternalisation-du-suivi-des-visites-medicales-chez-euralis/?utm_source=slides-sales&amp;utm_medium=print&amp;utm_campaign=rattrapage-visites-medicales&amp;utm_content=testimonia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4476638" y="1794673"/>
            <a:ext cx="3619409" cy="38094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714557" y="1699128"/>
            <a:ext cx="3381290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6476837" y="1699128"/>
            <a:ext cx="3381290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